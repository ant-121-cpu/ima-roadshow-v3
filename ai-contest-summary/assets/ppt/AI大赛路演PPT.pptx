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作品方向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984E3"/>
              </a:solidFill>
              <a:effectLst/>
            </c:spPr>
          </c:dPt>
          <c:dPt>
            <c:idx val="1"/>
            <c:bubble3D val="0"/>
            <c:spPr>
              <a:solidFill>
                <a:srgbClr val="00CEC9"/>
              </a:solidFill>
              <a:effectLst/>
            </c:spPr>
          </c:dPt>
          <c:dPt>
            <c:idx val="2"/>
            <c:bubble3D val="0"/>
            <c:spPr>
              <a:solidFill>
                <a:srgbClr val="6C5CE7"/>
              </a:solidFill>
              <a:effectLst/>
            </c:spPr>
          </c:dPt>
          <c:dPt>
            <c:idx val="3"/>
            <c:bubble3D val="0"/>
            <c:spPr>
              <a:solidFill>
                <a:srgbClr val="FD79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个人岗位提效</c:v>
                </c:pt>
                <c:pt idx="1">
                  <c:v>团队协同提效</c:v>
                </c:pt>
                <c:pt idx="2">
                  <c:v>跨部门协同</c:v>
                </c:pt>
                <c:pt idx="3">
                  <c:v>创意创新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28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A3DB0">
              <a:alpha val="70000"/>
            </a:srgbClr>
          </a:solidFill>
          <a:ln w="12700">
            <a:solidFill>
              <a:srgbClr val="4A3DB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828800"/>
            <a:ext cx="5029200" cy="5029200"/>
          </a:xfrm>
          <a:prstGeom prst="ellipse">
            <a:avLst/>
          </a:prstGeom>
          <a:solidFill>
            <a:srgbClr val="FD79A8">
              <a:alpha val="60000"/>
            </a:srgbClr>
          </a:solidFill>
          <a:ln w="12700">
            <a:solidFill>
              <a:srgbClr val="FD79A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CEC9">
              <a:alpha val="45000"/>
            </a:srgbClr>
          </a:solidFill>
          <a:ln w="12700">
            <a:solidFill>
              <a:srgbClr val="00CEC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大智慧 AI 应用大赛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路演暨颁奖典礼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3291840"/>
            <a:ext cx="228600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 ·  大智慧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0CEC9">
              <a:alpha val="60000"/>
            </a:srgbClr>
          </a:solidFill>
          <a:ln w="12700">
            <a:solidFill>
              <a:srgbClr val="00CEC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984E3">
              <a:alpha val="55000"/>
            </a:srgbClr>
          </a:solidFill>
          <a:ln w="12700">
            <a:solidFill>
              <a:srgbClr val="0984E3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1828800"/>
            <a:ext cx="3657600" cy="36576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65760"/>
            <a:ext cx="4206240" cy="4434840"/>
          </a:xfrm>
          <a:prstGeom prst="roundRect">
            <a:avLst>
              <a:gd name="adj" fmla="val 32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457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大赛数据总览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984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作品总数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9601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87452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参与部门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9601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79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20040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参与人次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部门提交排行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606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培训课产品项目组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2670048"/>
            <a:ext cx="2194560" cy="1645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2670048"/>
            <a:ext cx="1950720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9560" y="2606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898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智能平台项目组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2962656"/>
            <a:ext cx="2194560" cy="1645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962656"/>
            <a:ext cx="1341120" cy="16459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9960" y="2898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191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心理智能产品项目组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3255264"/>
            <a:ext cx="2194560" cy="1645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255264"/>
            <a:ext cx="1097280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1912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483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销售部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03120" y="3547872"/>
            <a:ext cx="2194560" cy="1645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3547872"/>
            <a:ext cx="853440" cy="164592"/>
          </a:xfrm>
          <a:prstGeom prst="rect">
            <a:avLst/>
          </a:prstGeom>
          <a:solidFill>
            <a:srgbClr val="FD79A8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2280" y="34838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D7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3776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合作伙伴运营部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03120" y="3840480"/>
            <a:ext cx="2194560" cy="1645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3120" y="3840480"/>
            <a:ext cx="609600" cy="16459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58440" y="37764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DC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其他部门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03120" y="4133088"/>
            <a:ext cx="2194560" cy="1645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03120" y="4133088"/>
            <a:ext cx="2194560" cy="164592"/>
          </a:xfrm>
          <a:prstGeom prst="rect">
            <a:avLst/>
          </a:prstGeom>
          <a:solidFill>
            <a:srgbClr val="B2BEC3"/>
          </a:solidFill>
          <a:ln w="12700">
            <a:solidFill>
              <a:srgbClr val="B2BEC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3400" y="4069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65760"/>
            <a:ext cx="4023360" cy="4434840"/>
          </a:xfrm>
          <a:prstGeom prst="roundRect">
            <a:avLst>
              <a:gd name="adj" fmla="val 340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37760" y="457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作品关键词云</a:t>
            </a:r>
            <a:endParaRPr lang="en-US" sz="1600" dirty="0"/>
          </a:p>
        </p:txBody>
      </p:sp>
      <p:pic>
        <p:nvPicPr>
          <p:cNvPr id="43" name="Image 0" descr="d:\方案\AI应用大赛\outputs\wordcloud_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868680"/>
            <a:ext cx="3749040" cy="18288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作品方向分布</a:t>
            </a:r>
            <a:endParaRPr lang="en-US" sz="12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4937760" y="3063240"/>
          <a:ext cx="36576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FD79A8">
              <a:alpha val="65000"/>
            </a:srgbClr>
          </a:solidFill>
          <a:ln w="12700">
            <a:solidFill>
              <a:srgbClr val="FD79A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371600"/>
            <a:ext cx="5486400" cy="5486400"/>
          </a:xfrm>
          <a:prstGeom prst="ellipse">
            <a:avLst/>
          </a:prstGeom>
          <a:solidFill>
            <a:srgbClr val="E17055">
              <a:alpha val="60000"/>
            </a:srgbClr>
          </a:solidFill>
          <a:ln w="12700">
            <a:solidFill>
              <a:srgbClr val="E1705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A29BFE">
              <a:alpha val="50000"/>
            </a:srgbClr>
          </a:solidFill>
          <a:ln w="12700">
            <a:solidFill>
              <a:srgbClr val="A29BFE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路演流程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606040" cy="2926080"/>
          </a:xfrm>
          <a:prstGeom prst="roundRect">
            <a:avLst>
              <a:gd name="adj" fmla="val 526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44168" y="1325880"/>
            <a:ext cx="914400" cy="914400"/>
          </a:xfrm>
          <a:prstGeom prst="ellipse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4168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个人作品路演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11位选手逐一展示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每人3～5分钟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606040" cy="2926080"/>
          </a:xfrm>
          <a:prstGeom prst="roundRect">
            <a:avLst>
              <a:gd name="adj" fmla="val 526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78808" y="1325880"/>
            <a:ext cx="914400" cy="914400"/>
          </a:xfrm>
          <a:prstGeom prst="ellipse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团队代表作路演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3支团队代表展示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每组5～8分钟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606040" cy="2926080"/>
          </a:xfrm>
          <a:prstGeom prst="roundRect">
            <a:avLst>
              <a:gd name="adj" fmla="val 526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13448" y="1325880"/>
            <a:ext cx="914400" cy="914400"/>
          </a:xfrm>
          <a:prstGeom prst="ellipse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颁奖典礼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公布各奖项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F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合影留念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7180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0644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35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0CEC9">
              <a:alpha val="60000"/>
            </a:srgbClr>
          </a:solidFill>
          <a:ln w="12700">
            <a:solidFill>
              <a:srgbClr val="00CEC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984E3">
              <a:alpha val="55000"/>
            </a:srgbClr>
          </a:solidFill>
          <a:ln w="12700">
            <a:solidFill>
              <a:srgbClr val="0984E3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1828800"/>
            <a:ext cx="3657600" cy="36576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800" kern="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22860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位选手，依次上台展示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鞠睿琪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AI听记智能总结+智能周报/月报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智能平台项目组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刘一帆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Comfyui一键生图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培训课产品项目组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周梦培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基于Agent团队批量测试和校验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心理智能产品项目组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刘瑞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基于ima知识库内容梳理&amp;运营助手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心理智能产品项目组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张志颖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AI协助产品原型工作流程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智能平台项目组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温宇婷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巴拉佳儿童学习力测评报告自动生成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合作伙伴运营部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陈路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用户画像AI爬虫+可视化分析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心理智能产品项目组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卢光荣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50%提效：AI身份切换驱动的研发新规范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智能平台项目组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黄乙洋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如何更科学地编辑群发内容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邱锦连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飞书多维表格助教积分查询系统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客户运营部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团队提效代表作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李瑞莲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AI赋能课程研发：高效内容生产实践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培训课产品项目组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7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FD79A8">
              <a:alpha val="65000"/>
            </a:srgbClr>
          </a:solidFill>
          <a:ln w="12700">
            <a:solidFill>
              <a:srgbClr val="FD79A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371600"/>
            <a:ext cx="5486400" cy="5486400"/>
          </a:xfrm>
          <a:prstGeom prst="ellipse">
            <a:avLst/>
          </a:prstGeom>
          <a:solidFill>
            <a:srgbClr val="E17055">
              <a:alpha val="60000"/>
            </a:srgbClr>
          </a:solidFill>
          <a:ln w="12700">
            <a:solidFill>
              <a:srgbClr val="E1705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A29BFE">
              <a:alpha val="50000"/>
            </a:srgbClr>
          </a:solidFill>
          <a:ln w="12700">
            <a:solidFill>
              <a:srgbClr val="A29BFE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800" kern="0" dirty="0">
                <a:solidFill>
                  <a:srgbClr val="FDC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团队代表作品路演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2286000" cy="274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支团队，依次上台展示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7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陈路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基于飞书自建应用的团队AI助手'小龙虾'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心理智能产品项目组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7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陈均潮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基于OpenClaw的数据分析师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智能平台项目组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7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D79A8">
              <a:alpha val="45000"/>
            </a:srgbClr>
          </a:solidFill>
          <a:ln w="12700">
            <a:solidFill>
              <a:srgbClr val="FD79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团队代表作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戚日柳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00" cy="274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路演作品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解读稿排版AI优化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培训课产品项目组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B4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39C12">
              <a:alpha val="60000"/>
            </a:srgbClr>
          </a:solidFill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828800"/>
            <a:ext cx="5029200" cy="5029200"/>
          </a:xfrm>
          <a:prstGeom prst="ellipse">
            <a:avLst/>
          </a:prstGeom>
          <a:solidFill>
            <a:srgbClr val="FD79A8">
              <a:alpha val="50000"/>
            </a:srgbClr>
          </a:solidFill>
          <a:ln w="12700">
            <a:solidFill>
              <a:srgbClr val="FD79A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CEC9">
              <a:alpha val="45000"/>
            </a:srgbClr>
          </a:solidFill>
          <a:ln w="12700">
            <a:solidFill>
              <a:srgbClr val="00CEC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74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🏆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颁奖典礼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200400" y="2377440"/>
            <a:ext cx="2743200" cy="274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060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效率先锋奖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6060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创意之星奖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00CEC9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26060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趣味创意奖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3520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感谢每一位参赛者的精彩创意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第一届大智慧AI应用大赛路演现场</dc:title>
  <dc:subject>PptxGenJS Presentation</dc:subject>
  <dc:creator>PptxGenJS</dc:creator>
  <cp:lastModifiedBy>PptxGenJS</cp:lastModifiedBy>
  <cp:revision>1</cp:revision>
  <dcterms:created xsi:type="dcterms:W3CDTF">2026-05-09T08:37:40Z</dcterms:created>
  <dcterms:modified xsi:type="dcterms:W3CDTF">2026-05-09T08:37:40Z</dcterms:modified>
</cp:coreProperties>
</file>