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1_OpenClaw-AI.png" descr="1_OpenClaw-AI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2_.png" descr="2_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3_.png" descr="3_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4_OpenClaw-AI.png" descr="4_OpenClaw-AI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5_.png" descr="5_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4pk97jb98f49jt1.png" descr="4pk97jb98f49jt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